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9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7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7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over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1251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FF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586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FF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4546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ED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 and run gyms, studios and personal training businesses.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3A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GYMBUSINESSNEWS.COM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586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 BUSINESS NEWS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Business News goes to owners and managers of independent gyms and studios, self-employed personal trainers and fitness franchisees.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equipment and strength kit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Membership, booking and payments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Flooring, fit-out and facilities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Insurance, accountancy and finance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Supplements and retail stock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training and recruitment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21,820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fitness business owners and managers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28,328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Gym Business News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53.0%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7.42%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Gym Business News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 own, direct or manage a gym or studio.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or founder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or fitness 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trainers and instructors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or studio owner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running own business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14300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manager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102870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manager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45720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34290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or operations manager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285750" cy="146304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826618" cy="45720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50178" y="4352544"/>
            <a:ext cx="826618" cy="45720"/>
          </a:xfrm>
          <a:prstGeom prst="rect">
            <a:avLst/>
          </a:prstGeom>
          <a:solidFill>
            <a:srgbClr val="5C5D5F"/>
          </a:solidFill>
          <a:ln w="12700">
            <a:solidFill>
              <a:srgbClr val="5C5D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450178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6450178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7368235" y="4352544"/>
            <a:ext cx="826618" cy="45720"/>
          </a:xfrm>
          <a:prstGeom prst="rect">
            <a:avLst/>
          </a:prstGeom>
          <a:solidFill>
            <a:srgbClr val="8B8C8D"/>
          </a:solidFill>
          <a:ln w="12700">
            <a:solidFill>
              <a:srgbClr val="8B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7368235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7368235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286293" y="4352544"/>
            <a:ext cx="826618" cy="45720"/>
          </a:xfrm>
          <a:prstGeom prst="rect">
            <a:avLst/>
          </a:prstGeom>
          <a:solidFill>
            <a:srgbClr val="B0B0B1"/>
          </a:solidFill>
          <a:ln w="12700">
            <a:solidFill>
              <a:srgbClr val="B0B0B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8286293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400" dirty="0"/>
          </a:p>
        </p:txBody>
      </p:sp>
      <p:sp>
        <p:nvSpPr>
          <p:cNvPr id="55" name="Text 52"/>
          <p:cNvSpPr txBox="1"/>
          <p:nvPr/>
        </p:nvSpPr>
        <p:spPr>
          <a:xfrm>
            <a:off x="8286293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and NZ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9204350" y="4352544"/>
            <a:ext cx="826618" cy="45720"/>
          </a:xfrm>
          <a:prstGeom prst="rect">
            <a:avLst/>
          </a:prstGeom>
          <a:solidFill>
            <a:srgbClr val="D0D1D1"/>
          </a:solidFill>
          <a:ln w="12700">
            <a:solidFill>
              <a:srgbClr val="D0D1D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4"/>
          <p:cNvSpPr txBox="1"/>
          <p:nvPr/>
        </p:nvSpPr>
        <p:spPr>
          <a:xfrm>
            <a:off x="9204350" y="4443984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400" dirty="0"/>
          </a:p>
        </p:txBody>
      </p:sp>
      <p:sp>
        <p:nvSpPr>
          <p:cNvPr id="58" name="Text 55"/>
          <p:cNvSpPr txBox="1"/>
          <p:nvPr/>
        </p:nvSpPr>
        <p:spPr>
          <a:xfrm>
            <a:off x="9204350" y="4736592"/>
            <a:ext cx="82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7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TYPE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gym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0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or class studio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4"/>
          <p:cNvSpPr/>
          <p:nvPr/>
        </p:nvSpPr>
        <p:spPr>
          <a:xfrm>
            <a:off x="2212848" y="5742432"/>
            <a:ext cx="634701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5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69" name="Text 66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Self-employed PT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Shape 68"/>
          <p:cNvSpPr/>
          <p:nvPr/>
        </p:nvSpPr>
        <p:spPr>
          <a:xfrm>
            <a:off x="2212848" y="5989320"/>
            <a:ext cx="581809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69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2"/>
          <p:cNvSpPr/>
          <p:nvPr/>
        </p:nvSpPr>
        <p:spPr>
          <a:xfrm>
            <a:off x="2212848" y="6236208"/>
            <a:ext cx="317351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56692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site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2212848" y="6483096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2212848" y="6483096"/>
            <a:ext cx="211567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315772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81" name="Shape 78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79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TURNOVER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£100k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Shape 82"/>
          <p:cNvSpPr/>
          <p:nvPr/>
        </p:nvSpPr>
        <p:spPr>
          <a:xfrm>
            <a:off x="5443728" y="5495544"/>
            <a:ext cx="804512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3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£100k to £500k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6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7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£500k to £1m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Shape 90"/>
          <p:cNvSpPr/>
          <p:nvPr/>
        </p:nvSpPr>
        <p:spPr>
          <a:xfrm>
            <a:off x="5443728" y="5989320"/>
            <a:ext cx="378594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91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£1m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Shape 94"/>
          <p:cNvSpPr/>
          <p:nvPr/>
        </p:nvSpPr>
        <p:spPr>
          <a:xfrm>
            <a:off x="5443728" y="6236208"/>
            <a:ext cx="283945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850" dirty="0"/>
          </a:p>
        </p:txBody>
      </p:sp>
      <p:sp>
        <p:nvSpPr>
          <p:cNvPr id="99" name="Shape 96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97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0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Text 101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 4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104"/>
          <p:cNvSpPr/>
          <p:nvPr/>
        </p:nvSpPr>
        <p:spPr>
          <a:xfrm>
            <a:off x="8674608" y="5742432"/>
            <a:ext cx="282593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105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or more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8"/>
          <p:cNvSpPr/>
          <p:nvPr/>
        </p:nvSpPr>
        <p:spPr>
          <a:xfrm>
            <a:off x="8674608" y="5989320"/>
            <a:ext cx="102761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09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 BUSINESS NEWS   ·   WHO READS</a:t>
            </a:r>
            <a:endParaRPr lang="en-US" sz="850" dirty="0"/>
          </a:p>
        </p:txBody>
      </p:sp>
      <p:sp>
        <p:nvSpPr>
          <p:cNvPr id="115" name="Text 11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 BUSINESS NEWS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1F1"/>
          </a:solidFill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1F1"/>
          </a:solidFill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1F1"/>
          </a:solidFill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ADADB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1F1"/>
          </a:solidFill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 BUSINESS NEWS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6181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jb@gymbusinessnews.com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6181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6181B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 BUSINESS NEWS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94B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16181B"/>
          </a:solidFill>
          <a:ln w="12700">
            <a:solidFill>
              <a:srgbClr val="16181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21,820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53.0%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13.9%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61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28,328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16,184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IMLTD~1/AppData/Local/Temp/claude/C--Users-CIM-Ltd--claude/ab747c79-736f-42fc-8062-1a21d89ca420/scratchpad/pack-assets/closing-ph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0"/>
            <a:ext cx="4288536" cy="7562088"/>
          </a:xfrm>
          <a:prstGeom prst="rect">
            <a:avLst/>
          </a:prstGeom>
        </p:spPr>
      </p:pic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30352"/>
            <a:ext cx="12511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FF7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EDE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586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jb@gymbusinessnews.com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586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gymbusinessnews.com/submit-news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586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gymbusinessnews.com/newsletter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45464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3A4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993</Words>
  <Application>Microsoft Office PowerPoint</Application>
  <PresentationFormat>Custom</PresentationFormat>
  <Paragraphs>248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Business News, advertiser pack</dc:title>
  <dc:subject>PptxGenJS Presentation</dc:subject>
  <dc:creator>Cogent Multimedia Ltd</dc:creator>
  <cp:lastModifiedBy>James Burke</cp:lastModifiedBy>
  <cp:revision>6</cp:revision>
  <dcterms:created xsi:type="dcterms:W3CDTF">2026-10-19T15:33:24Z</dcterms:created>
  <dcterms:modified xsi:type="dcterms:W3CDTF">2026-10-20T11:25:24Z</dcterms:modified>
</cp:coreProperties>
</file>