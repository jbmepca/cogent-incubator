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82" y="2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14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14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230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8DB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3F5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D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run, buy and fund UK vans, trucks and company cars.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1A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THEFLEETMAGAZINE.CO.UK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1" name="Picture 10" descr="Fleet Services | Van &amp; Commercial Vehicle Maintenance | Southeast Fleet  Services">
            <a:extLst>
              <a:ext uri="{FF2B5EF4-FFF2-40B4-BE49-F238E27FC236}">
                <a16:creationId xmlns:a16="http://schemas.microsoft.com/office/drawing/2014/main" id="{09E4A9B7-A993-85A5-07A0-1B96AEC55B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085"/>
          <a:stretch>
            <a:fillRect/>
          </a:stretch>
        </p:blipFill>
        <p:spPr>
          <a:xfrm>
            <a:off x="6274047" y="-1"/>
            <a:ext cx="4414591" cy="7562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Fleet Magazine goes to fleet directors, fleet managers and transport managers, and the finance and procurement people who share their decisions.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leasing, contract hire and funding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Telematics, tracking and fleet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charging and electrification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cards, tyres and maintenance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insurance and risk management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training, compliance and recruitment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13,259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fleet decision makers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23,472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The Fleet Magazine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52.0%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2F5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1D5FAA"/>
          </a:solidFill>
          <a:ln w="12700">
            <a:solidFill>
              <a:srgbClr val="1D5F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2D52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jb@thefleetmagazine.co.uk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F2D5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F2D52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FLEET MAGAZINE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45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13,259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F2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23,472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5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14,411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230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8DB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jb@thefleetmagazine.co.uk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thefleetmagazine.co.uk/submit-news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191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thefleetmagazine.co.uk/newsletter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3F5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1A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How to Improve Fleet Management – Asset Alliance">
            <a:extLst>
              <a:ext uri="{FF2B5EF4-FFF2-40B4-BE49-F238E27FC236}">
                <a16:creationId xmlns:a16="http://schemas.microsoft.com/office/drawing/2014/main" id="{FEB686E3-E3FB-62B4-F979-83C1ABDA1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04"/>
          <a:stretch>
            <a:fillRect/>
          </a:stretch>
        </p:blipFill>
        <p:spPr>
          <a:xfrm>
            <a:off x="5961888" y="-1487"/>
            <a:ext cx="4726750" cy="7564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844</Words>
  <Application>Microsoft Office PowerPoint</Application>
  <PresentationFormat>Custom</PresentationFormat>
  <Paragraphs>184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Fleet Magazine, advertiser pack</dc:title>
  <dc:subject>PptxGenJS Presentation</dc:subject>
  <dc:creator>Cogent Multimedia Ltd</dc:creator>
  <cp:lastModifiedBy>James Burke</cp:lastModifiedBy>
  <cp:revision>5</cp:revision>
  <dcterms:created xsi:type="dcterms:W3CDTF">2026-10-19T15:33:24Z</dcterms:created>
  <dcterms:modified xsi:type="dcterms:W3CDTF">2026-10-20T09:01:32Z</dcterms:modified>
</cp:coreProperties>
</file>