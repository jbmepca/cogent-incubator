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13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13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over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273529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9FDD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19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9F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3F64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D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 and supply golf resorts worldwide.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1B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GOLFRESORTMAGAZINE.COM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19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 RESORT MAGAZINE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 Resort Magazine goes to resort owners, general managers, directors of golf and course managers, and the developers and suppliers around them.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machinery, irrigation and maintenance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Golf carts and buggy fleets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Tee-time, booking and club software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Clubhouse, hospitality and food and drink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design, construction and renovation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tour operators and travel partners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9,740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golf resort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16,877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Golf Resort Magazine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47.0%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Resort Magazine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sit at manager level or above.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C-suite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golf or 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or head professional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professionals and staff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managers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of golf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6256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managers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15240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golf professionals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14224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and investors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8128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 directors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711200" cy="146304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826618" cy="45720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50178" y="4352544"/>
            <a:ext cx="826618" cy="45720"/>
          </a:xfrm>
          <a:prstGeom prst="rect">
            <a:avLst/>
          </a:prstGeom>
          <a:solidFill>
            <a:srgbClr val="57776B"/>
          </a:solidFill>
          <a:ln w="12700">
            <a:solidFill>
              <a:srgbClr val="5777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450178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450178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368235" y="4352544"/>
            <a:ext cx="826618" cy="45720"/>
          </a:xfrm>
          <a:prstGeom prst="rect">
            <a:avLst/>
          </a:prstGeom>
          <a:solidFill>
            <a:srgbClr val="879E95"/>
          </a:solidFill>
          <a:ln w="12700">
            <a:solidFill>
              <a:srgbClr val="879E9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7368235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368235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286293" y="4352544"/>
            <a:ext cx="826618" cy="45720"/>
          </a:xfrm>
          <a:prstGeom prst="rect">
            <a:avLst/>
          </a:prstGeom>
          <a:solidFill>
            <a:srgbClr val="ADBDB7"/>
          </a:solidFill>
          <a:ln w="12700">
            <a:solidFill>
              <a:srgbClr val="ADBD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8286293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286293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9204350" y="4352544"/>
            <a:ext cx="826618" cy="45720"/>
          </a:xfrm>
          <a:prstGeom prst="rect">
            <a:avLst/>
          </a:prstGeom>
          <a:solidFill>
            <a:srgbClr val="CFD8D5"/>
          </a:solidFill>
          <a:ln w="12700">
            <a:solidFill>
              <a:srgbClr val="CFD8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920435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920435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 TYPE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Resorts and hotels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Members' clubs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2212848" y="5742432"/>
            <a:ext cx="740485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69" name="Text 66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courses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2212848" y="5989320"/>
            <a:ext cx="634701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12848" y="6236208"/>
            <a:ext cx="211567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56692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2212848" y="6483096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2212848" y="6483096"/>
            <a:ext cx="158675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315772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 or hotel group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5443728" y="5742432"/>
            <a:ext cx="531322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company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5443728" y="5989320"/>
            <a:ext cx="367838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Members-owned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5443728" y="6236208"/>
            <a:ext cx="245225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HOLES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0"/>
          <p:cNvSpPr/>
          <p:nvPr/>
        </p:nvSpPr>
        <p:spPr>
          <a:xfrm>
            <a:off x="8674608" y="5495544"/>
            <a:ext cx="138332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8674608" y="5989320"/>
            <a:ext cx="259373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or more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8674608" y="6236208"/>
            <a:ext cx="432288" cy="128016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113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5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 RESORT MAGAZINE   ·   WHO READS</a:t>
            </a:r>
            <a:endParaRPr lang="en-US" sz="850" dirty="0"/>
          </a:p>
        </p:txBody>
      </p:sp>
      <p:sp>
        <p:nvSpPr>
          <p:cNvPr id="119" name="Text 116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 RESORT MAGAZINE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3F2"/>
          </a:solidFill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F1F18"/>
          </a:solidFill>
          <a:ln w="12700">
            <a:solidFill>
              <a:srgbClr val="0F1F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3F2"/>
          </a:solidFill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F1F18"/>
          </a:solidFill>
          <a:ln w="12700">
            <a:solidFill>
              <a:srgbClr val="0F1F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3F2"/>
          </a:solidFill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F1F18"/>
          </a:solidFill>
          <a:ln w="12700">
            <a:solidFill>
              <a:srgbClr val="0F1F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9E0DD"/>
          </a:solidFill>
          <a:ln w="12700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3F2"/>
          </a:solidFill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F1F18"/>
          </a:solidFill>
          <a:ln w="12700">
            <a:solidFill>
              <a:srgbClr val="0F1F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 RESORT MAGAZINE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3D2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DD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jb@golfresortmagazine.com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£1,500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£300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£4,200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£5,400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£7,200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3D2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3D2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GOLF RESORT MAGAZINE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6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DD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0F3D2B"/>
          </a:solidFill>
          <a:ln w="12700">
            <a:solidFill>
              <a:srgbClr val="0F3D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FDD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9,740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47.0%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15.4%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3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16,877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1F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11,768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9E0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losing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273529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9FDD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3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jb@golfresortmagazine.com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golfresortmagazine.com/submit-news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9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golfresortmagazine.com/newsletter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3F64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1B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1012</Words>
  <Application>Microsoft Office PowerPoint</Application>
  <PresentationFormat>Custom</PresentationFormat>
  <Paragraphs>250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 Resort Magazine, advertiser pack</dc:title>
  <dc:subject>PptxGenJS Presentation</dc:subject>
  <dc:creator>Cogent Multimedia Ltd</dc:creator>
  <cp:lastModifiedBy>James Burke</cp:lastModifiedBy>
  <cp:revision>6</cp:revision>
  <dcterms:created xsi:type="dcterms:W3CDTF">2026-10-19T15:33:24Z</dcterms:created>
  <dcterms:modified xsi:type="dcterms:W3CDTF">2026-10-21T10:51:06Z</dcterms:modified>
</cp:coreProperties>
</file>