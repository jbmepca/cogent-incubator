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26" y="2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7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7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IMLTD~1/AppData/Local/Temp/claude/C--Users-CIM-Ltd--claude/ab747c79-736f-42fc-8062-1a21d89ca420/scratchpad/pack-assets/cover-ph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0"/>
            <a:ext cx="4288536" cy="7562088"/>
          </a:xfrm>
          <a:prstGeom prst="rect">
            <a:avLst/>
          </a:prstGeom>
        </p:spPr>
      </p:pic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30352"/>
            <a:ext cx="1119819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A8D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899D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A8D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4B69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FE4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own, run, finance and advise UK farms and rural businesses.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A7B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SMARTFARMINGNEWS.COM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899D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FARMING NEWS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Farming News goes to farm owners, tenant farmers and estate managers, and the land agents, accountants and lenders who advise them.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machinery and precision technology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 software, data and drones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Renewable energy and diversification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Agri-finance, lending and tax advice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and land agency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Feed, seed and livestock technology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22,003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farming professionals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41,178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Smart Farming News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60.7%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25%.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4.99%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   ·   PROJECTED AT SCALE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</a:t>
            </a:r>
            <a:r>
              <a:rPr lang="en-US" sz="30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Farming News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 own, direct or manage a farm business. </a:t>
            </a:r>
            <a:r>
              <a:rPr lang="en-US" sz="11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Projected profile at scale, for planning. Measured figures replace these as the list is profiled.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097280" cy="804672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Farmer, owner or partner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55648" y="1783080"/>
            <a:ext cx="1097280" cy="804672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8366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1097280" cy="804672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7238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manager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33088" y="1783080"/>
            <a:ext cx="1097280" cy="804672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26110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staff and specialists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COMMON ROLES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owner or partner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90288" y="3044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manager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5768" y="3364992"/>
            <a:ext cx="1828800" cy="146304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15768" y="3364992"/>
            <a:ext cx="1005840" cy="146304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9028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48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farmer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15768" y="3666744"/>
            <a:ext cx="1828800" cy="146304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15768" y="3666744"/>
            <a:ext cx="457200" cy="146304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590288" y="3648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Estate manager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15768" y="3968496"/>
            <a:ext cx="1828800" cy="146304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15768" y="3968496"/>
            <a:ext cx="365760" cy="146304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590288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agent or adviser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15768" y="4270248"/>
            <a:ext cx="1828800" cy="146304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715768" y="4270248"/>
            <a:ext cx="365760" cy="146304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90288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Agronomist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15768" y="4572000"/>
            <a:ext cx="1828800" cy="146304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15768" y="4572000"/>
            <a:ext cx="228600" cy="146304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590288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ARE</a:t>
            </a:r>
            <a:endParaRPr lang="en-US" sz="8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26" y="2029968"/>
            <a:ext cx="4255477" cy="221284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532120" y="4352544"/>
            <a:ext cx="1438656" cy="45720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5532120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and Ireland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062216" y="4352544"/>
            <a:ext cx="1438656" cy="45720"/>
          </a:xfrm>
          <a:prstGeom prst="rect">
            <a:avLst/>
          </a:prstGeom>
          <a:solidFill>
            <a:srgbClr val="627C62"/>
          </a:solidFill>
          <a:ln w="12700">
            <a:solidFill>
              <a:srgbClr val="627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7062216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7062216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8592312" y="4352544"/>
            <a:ext cx="1438656" cy="45720"/>
          </a:xfrm>
          <a:prstGeom prst="rect">
            <a:avLst/>
          </a:prstGeom>
          <a:solidFill>
            <a:srgbClr val="8FA28F"/>
          </a:solidFill>
          <a:ln w="12700">
            <a:solidFill>
              <a:srgbClr val="8FA2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8592312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8592312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world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66928" y="5074920"/>
            <a:ext cx="3093720" cy="0"/>
          </a:xfrm>
          <a:prstGeom prst="line">
            <a:avLst/>
          </a:prstGeom>
          <a:noFill/>
          <a:ln w="254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56692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 TYPE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Arable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 txBox="1"/>
          <p:nvPr/>
        </p:nvSpPr>
        <p:spPr>
          <a:xfrm>
            <a:off x="315772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59" name="Text 56"/>
          <p:cNvSpPr txBox="1"/>
          <p:nvPr/>
        </p:nvSpPr>
        <p:spPr>
          <a:xfrm>
            <a:off x="56692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Livestock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2212848" y="5742432"/>
            <a:ext cx="839216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 txBox="1"/>
          <p:nvPr/>
        </p:nvSpPr>
        <p:spPr>
          <a:xfrm>
            <a:off x="315772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56692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212848" y="5989320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2212848" y="5989320"/>
            <a:ext cx="779272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 txBox="1"/>
          <p:nvPr/>
        </p:nvSpPr>
        <p:spPr>
          <a:xfrm>
            <a:off x="315772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Dairy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212848" y="6236208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2212848" y="6236208"/>
            <a:ext cx="479552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 txBox="1"/>
          <p:nvPr/>
        </p:nvSpPr>
        <p:spPr>
          <a:xfrm>
            <a:off x="315772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3797808" y="5074920"/>
            <a:ext cx="3093720" cy="0"/>
          </a:xfrm>
          <a:prstGeom prst="line">
            <a:avLst/>
          </a:prstGeom>
          <a:noFill/>
          <a:ln w="254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 txBox="1"/>
          <p:nvPr/>
        </p:nvSpPr>
        <p:spPr>
          <a:xfrm>
            <a:off x="379780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FARM SIZE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379780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100 ha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5443728" y="5495544"/>
            <a:ext cx="727891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 txBox="1"/>
          <p:nvPr/>
        </p:nvSpPr>
        <p:spPr>
          <a:xfrm>
            <a:off x="638860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379780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to 500 ha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 txBox="1"/>
          <p:nvPr/>
        </p:nvSpPr>
        <p:spPr>
          <a:xfrm>
            <a:off x="638860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850" dirty="0"/>
          </a:p>
        </p:txBody>
      </p:sp>
      <p:sp>
        <p:nvSpPr>
          <p:cNvPr id="81" name="Text 78"/>
          <p:cNvSpPr txBox="1"/>
          <p:nvPr/>
        </p:nvSpPr>
        <p:spPr>
          <a:xfrm>
            <a:off x="379780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to 1,000 ha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443728" y="5989320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5443728" y="5989320"/>
            <a:ext cx="299720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 txBox="1"/>
          <p:nvPr/>
        </p:nvSpPr>
        <p:spPr>
          <a:xfrm>
            <a:off x="638860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850" dirty="0"/>
          </a:p>
        </p:txBody>
      </p:sp>
      <p:sp>
        <p:nvSpPr>
          <p:cNvPr id="85" name="Text 82"/>
          <p:cNvSpPr txBox="1"/>
          <p:nvPr/>
        </p:nvSpPr>
        <p:spPr>
          <a:xfrm>
            <a:off x="379780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1,000 ha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5443728" y="6236208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5443728" y="6236208"/>
            <a:ext cx="214086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5"/>
          <p:cNvSpPr txBox="1"/>
          <p:nvPr/>
        </p:nvSpPr>
        <p:spPr>
          <a:xfrm>
            <a:off x="638860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89" name="Shape 86"/>
          <p:cNvSpPr/>
          <p:nvPr/>
        </p:nvSpPr>
        <p:spPr>
          <a:xfrm>
            <a:off x="7028688" y="5074920"/>
            <a:ext cx="3093720" cy="0"/>
          </a:xfrm>
          <a:prstGeom prst="line">
            <a:avLst/>
          </a:prstGeom>
          <a:noFill/>
          <a:ln w="254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 txBox="1"/>
          <p:nvPr/>
        </p:nvSpPr>
        <p:spPr>
          <a:xfrm>
            <a:off x="702868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TURNOVER</a:t>
            </a:r>
            <a:endParaRPr lang="en-US" sz="850" dirty="0"/>
          </a:p>
        </p:txBody>
      </p:sp>
      <p:sp>
        <p:nvSpPr>
          <p:cNvPr id="91" name="Text 88"/>
          <p:cNvSpPr txBox="1"/>
          <p:nvPr/>
        </p:nvSpPr>
        <p:spPr>
          <a:xfrm>
            <a:off x="702868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£250k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1"/>
          <p:cNvSpPr txBox="1"/>
          <p:nvPr/>
        </p:nvSpPr>
        <p:spPr>
          <a:xfrm>
            <a:off x="961948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850" dirty="0"/>
          </a:p>
        </p:txBody>
      </p:sp>
      <p:sp>
        <p:nvSpPr>
          <p:cNvPr id="95" name="Text 92"/>
          <p:cNvSpPr txBox="1"/>
          <p:nvPr/>
        </p:nvSpPr>
        <p:spPr>
          <a:xfrm>
            <a:off x="702868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£250k to £1m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8674608" y="5742432"/>
            <a:ext cx="851836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 txBox="1"/>
          <p:nvPr/>
        </p:nvSpPr>
        <p:spPr>
          <a:xfrm>
            <a:off x="961948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702868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£1m to £5m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8674608" y="5989320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8674608" y="5989320"/>
            <a:ext cx="473242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 txBox="1"/>
          <p:nvPr/>
        </p:nvSpPr>
        <p:spPr>
          <a:xfrm>
            <a:off x="961948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103" name="Text 100"/>
          <p:cNvSpPr txBox="1"/>
          <p:nvPr/>
        </p:nvSpPr>
        <p:spPr>
          <a:xfrm>
            <a:off x="702868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£5m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8674608" y="6236208"/>
            <a:ext cx="899160" cy="12801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2"/>
          <p:cNvSpPr/>
          <p:nvPr/>
        </p:nvSpPr>
        <p:spPr>
          <a:xfrm>
            <a:off x="8674608" y="6236208"/>
            <a:ext cx="141973" cy="128016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3"/>
          <p:cNvSpPr txBox="1"/>
          <p:nvPr/>
        </p:nvSpPr>
        <p:spPr>
          <a:xfrm>
            <a:off x="961948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105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FARMING NEWS   ·   WHO READS</a:t>
            </a:r>
            <a:endParaRPr lang="en-US" sz="850" dirty="0"/>
          </a:p>
        </p:txBody>
      </p:sp>
      <p:sp>
        <p:nvSpPr>
          <p:cNvPr id="109" name="Text 106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FARMING NEWS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2F4F2"/>
          </a:solidFill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12151A"/>
          </a:solidFill>
          <a:ln w="12700">
            <a:solidFill>
              <a:srgbClr val="1215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2F4F2"/>
          </a:solidFill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12151A"/>
          </a:solidFill>
          <a:ln w="12700">
            <a:solidFill>
              <a:srgbClr val="1215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our Monday Briefing,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2F4F2"/>
          </a:solidFill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12151A"/>
          </a:solidFill>
          <a:ln w="12700">
            <a:solidFill>
              <a:srgbClr val="1215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DBE1DB"/>
          </a:solidFill>
          <a:ln w="12700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our Monday Briefing.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2F4F2"/>
          </a:solidFill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12151A"/>
          </a:solidFill>
          <a:ln w="12700">
            <a:solidFill>
              <a:srgbClr val="1215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3E8E2F"/>
          </a:solidFill>
          <a:ln w="12700">
            <a:solidFill>
              <a:srgbClr val="3E8E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FARMING NEWS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1E441E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D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jb@smartfarmingnews.com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Briefing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£2,100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£2,700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4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E441E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E441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1E441E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FARMING NEWS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506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D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1E441E"/>
          </a:solidFill>
          <a:ln w="12700">
            <a:solidFill>
              <a:srgbClr val="1E441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A8D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22,003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60.7%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8.2%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2F4F2"/>
          </a:solidFill>
          <a:ln w="12700">
            <a:solidFill>
              <a:srgbClr val="F2F4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E44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41,178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2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E8E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28,156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DBE1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IMLTD~1/AppData/Local/Temp/claude/C--Users-CIM-Ltd--claude/ab747c79-736f-42fc-8062-1a21d89ca420/scratchpad/pack-assets/closing-ph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0"/>
            <a:ext cx="4288536" cy="7562088"/>
          </a:xfrm>
          <a:prstGeom prst="rect">
            <a:avLst/>
          </a:prstGeom>
        </p:spPr>
      </p:pic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30352"/>
            <a:ext cx="1119819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A8D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FE4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99D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jb@smartfarmingnews.com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99D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smartfarmingnews.com/submit-news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99D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smartfarmingnews.com/newsletter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4B69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A7B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1009</Words>
  <Application>Microsoft Office PowerPoint</Application>
  <PresentationFormat>Custom</PresentationFormat>
  <Paragraphs>244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Farming News, advertiser pack</dc:title>
  <dc:subject>PptxGenJS Presentation</dc:subject>
  <dc:creator>Cogent Multimedia Ltd</dc:creator>
  <cp:lastModifiedBy>James Burke</cp:lastModifiedBy>
  <cp:revision>5</cp:revision>
  <dcterms:created xsi:type="dcterms:W3CDTF">2026-10-19T15:33:24Z</dcterms:created>
  <dcterms:modified xsi:type="dcterms:W3CDTF">2026-10-20T10:52:42Z</dcterms:modified>
</cp:coreProperties>
</file>