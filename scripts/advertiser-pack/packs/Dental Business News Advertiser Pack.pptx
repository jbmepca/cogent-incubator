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4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7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7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151681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7FA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9F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3C7E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8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own, run, buy and finance UK dental practices.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9FC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DENTALBUSINESSNEWS.COM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7FA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84FC86-A4F3-06E1-4915-31BBC38F54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38" r="28999"/>
          <a:stretch>
            <a:fillRect/>
          </a:stretch>
        </p:blipFill>
        <p:spPr>
          <a:xfrm>
            <a:off x="6333950" y="1"/>
            <a:ext cx="4354687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Dental Business News goes to owners, principals, practice managers and the buyers from UK dental practices. 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management software and technology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Equipment, chairs and imaging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finance and patient finance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Valuation, brokerage and legal advice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Accountancy, insurance and indemnity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Recruitment, training and marketing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7,293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dental professionals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14,127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Dental Business News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52.9%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20%.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6.71%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  ·   PROJECTED AT SCALE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Business News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own, lead or manage a practice. </a:t>
            </a:r>
            <a:r>
              <a:rPr lang="en-US" sz="11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profile at scale, for planning. Measured figures replace these as the list is profiled.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principal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or clinical lead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Dentists, nurses and hygienists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owner or principal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manager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506071" cy="146304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dentist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753035" cy="146304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operations and finance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322729" cy="146304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specialist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322729" cy="146304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coordinator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215153" cy="146304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1438656" cy="45720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062216" y="4352544"/>
            <a:ext cx="1438656" cy="45720"/>
          </a:xfrm>
          <a:prstGeom prst="rect">
            <a:avLst/>
          </a:prstGeom>
          <a:solidFill>
            <a:srgbClr val="548E92"/>
          </a:solidFill>
          <a:ln w="12700">
            <a:solidFill>
              <a:srgbClr val="548E9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7062216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062216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592312" y="4352544"/>
            <a:ext cx="1438656" cy="45720"/>
          </a:xfrm>
          <a:prstGeom prst="rect">
            <a:avLst/>
          </a:prstGeom>
          <a:solidFill>
            <a:srgbClr val="85AFB1"/>
          </a:solidFill>
          <a:ln w="12700">
            <a:solidFill>
              <a:srgbClr val="85AFB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8592312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8592312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 TYPE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private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2212848" y="5495544"/>
            <a:ext cx="839216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private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NHS and private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2212848" y="5989320"/>
            <a:ext cx="779272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NHS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2212848" y="6236208"/>
            <a:ext cx="479552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group, 2 to 9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5443728" y="5742432"/>
            <a:ext cx="252889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81" name="Text 78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Corporate, 10 or more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5443728" y="5989320"/>
            <a:ext cx="252889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 TURNOVER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£500k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8674608" y="5495544"/>
            <a:ext cx="793376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£500k to £1m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£1m to £3m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74608" y="5989320"/>
            <a:ext cx="687593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£3m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8674608" y="6236208"/>
            <a:ext cx="264459" cy="128016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WHO READS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0F5F6"/>
          </a:solidFill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0F5F6"/>
          </a:solidFill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“The Monday Check-Up”,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0F5F6"/>
          </a:solidFill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8E5E6"/>
          </a:solidFill>
          <a:ln w="12700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The Monday Check-Up.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0F5F6"/>
          </a:solidFill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B5E63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jb@dentalbusinessnews.com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£1,500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Check-Up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£300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£4,200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£5,400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£7,200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B5E63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18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7,293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52.9%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6.7%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14,127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10,496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8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5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151681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8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7FA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jb@dentalbusinessnews.com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7FA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dentalbusinessnews.com/submit-news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7FA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dentalbusinessnews.com/newsletter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3C7E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9FC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5" name="Picture 14" descr="Swindon Dental and Implant Clinic">
            <a:extLst>
              <a:ext uri="{FF2B5EF4-FFF2-40B4-BE49-F238E27FC236}">
                <a16:creationId xmlns:a16="http://schemas.microsoft.com/office/drawing/2014/main" id="{A06430C0-47A6-D4DE-FB3A-1B8B3DAAFD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722"/>
          <a:stretch>
            <a:fillRect/>
          </a:stretch>
        </p:blipFill>
        <p:spPr>
          <a:xfrm>
            <a:off x="6053328" y="-1588"/>
            <a:ext cx="4635310" cy="7564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1005</Words>
  <Application>Microsoft Office PowerPoint</Application>
  <PresentationFormat>Custom</PresentationFormat>
  <Paragraphs>242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Business News, advertiser pack</dc:title>
  <dc:subject>PptxGenJS Presentation</dc:subject>
  <dc:creator>Cogent Multimedia Ltd</dc:creator>
  <cp:lastModifiedBy>James Burke</cp:lastModifiedBy>
  <cp:revision>6</cp:revision>
  <dcterms:created xsi:type="dcterms:W3CDTF">2026-10-19T15:33:24Z</dcterms:created>
  <dcterms:modified xsi:type="dcterms:W3CDTF">2026-10-21T10:48:35Z</dcterms:modified>
</cp:coreProperties>
</file>