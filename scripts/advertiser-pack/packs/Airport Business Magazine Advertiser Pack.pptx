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582" y="2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12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12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116936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9CC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839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9C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4162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DE3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run, build and equip airports worldwide.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A2B2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AIRPORTBUSINESSMAGAZINE.COM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839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  <p:pic>
        <p:nvPicPr>
          <p:cNvPr id="18" name="Picture 17" descr="iGA Istanbul Airport Was Named World's Best International Hub—Here's Why |  Condé Nast Traveler">
            <a:extLst>
              <a:ext uri="{FF2B5EF4-FFF2-40B4-BE49-F238E27FC236}">
                <a16:creationId xmlns:a16="http://schemas.microsoft.com/office/drawing/2014/main" id="{8DD6D9B7-DA45-8807-986B-5C772FDD95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41" r="14512"/>
          <a:stretch>
            <a:fillRect/>
          </a:stretch>
        </p:blipFill>
        <p:spPr>
          <a:xfrm>
            <a:off x="6291072" y="0"/>
            <a:ext cx="4397566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 BUSINESS MAGAZINE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 Business Magazine goes to airport chief executives, commercial directors and the heads of security, operations, passenger experience and cargo.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screening and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Baggage handling and ground equipment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technology and passenger systems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Retail, food and drink concessions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Construction, design and engineering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Cargo, logistics and sustainability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14,743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airport professionals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32,542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Airport Business Magazine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62.1%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25%.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7.17%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   ·   PROJECTED AT SCALE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</a:t>
            </a:r>
            <a:r>
              <a:rPr lang="en-US" sz="30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Business Magazine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sit at manager level or above. </a:t>
            </a:r>
            <a:r>
              <a:rPr lang="en-US" sz="11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profile at scale, for planning. Measured figures replace these as the list is profiled.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or managing director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managers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and retail directors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1219200" cy="146304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managers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1016000" cy="146304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and estates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914400" cy="146304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CEOs and MDs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812800" cy="146304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experience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812800" cy="146304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826618" cy="4572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50178" y="4352544"/>
            <a:ext cx="826618" cy="45720"/>
          </a:xfrm>
          <a:prstGeom prst="rect">
            <a:avLst/>
          </a:prstGeom>
          <a:solidFill>
            <a:srgbClr val="597694"/>
          </a:solidFill>
          <a:ln w="12700">
            <a:solidFill>
              <a:srgbClr val="5976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6450178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450178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7368235" y="4352544"/>
            <a:ext cx="826618" cy="45720"/>
          </a:xfrm>
          <a:prstGeom prst="rect">
            <a:avLst/>
          </a:prstGeom>
          <a:solidFill>
            <a:srgbClr val="899DB3"/>
          </a:solidFill>
          <a:ln w="12700">
            <a:solidFill>
              <a:srgbClr val="899D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7368235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7368235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8286293" y="4352544"/>
            <a:ext cx="826618" cy="45720"/>
          </a:xfrm>
          <a:prstGeom prst="rect">
            <a:avLst/>
          </a:prstGeom>
          <a:solidFill>
            <a:srgbClr val="AEBCCB"/>
          </a:solidFill>
          <a:ln w="12700">
            <a:solidFill>
              <a:srgbClr val="AEBC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8286293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8286293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 and Africa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9204350" y="4352544"/>
            <a:ext cx="826618" cy="4572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 txBox="1"/>
          <p:nvPr/>
        </p:nvSpPr>
        <p:spPr>
          <a:xfrm>
            <a:off x="9204350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9204350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ORGANISATION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operators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and contractors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2212848" y="5742432"/>
            <a:ext cx="487045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850" dirty="0"/>
          </a:p>
        </p:txBody>
      </p:sp>
      <p:sp>
        <p:nvSpPr>
          <p:cNvPr id="69" name="Text 66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Airlines and handlers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8"/>
          <p:cNvSpPr/>
          <p:nvPr/>
        </p:nvSpPr>
        <p:spPr>
          <a:xfrm>
            <a:off x="2212848" y="5989320"/>
            <a:ext cx="299720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and government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2212848" y="6236208"/>
            <a:ext cx="187325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5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79" name="Text 76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9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850" dirty="0"/>
          </a:p>
        </p:txBody>
      </p:sp>
      <p:sp>
        <p:nvSpPr>
          <p:cNvPr id="83" name="Text 80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5443728" y="5742432"/>
            <a:ext cx="528918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5443728" y="5989320"/>
            <a:ext cx="423134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379780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5443728" y="6236208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5443728" y="6236208"/>
            <a:ext cx="370242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 txBox="1"/>
          <p:nvPr/>
        </p:nvSpPr>
        <p:spPr>
          <a:xfrm>
            <a:off x="638860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850" dirty="0"/>
          </a:p>
        </p:txBody>
      </p:sp>
      <p:sp>
        <p:nvSpPr>
          <p:cNvPr id="95" name="Text 92"/>
          <p:cNvSpPr txBox="1"/>
          <p:nvPr/>
        </p:nvSpPr>
        <p:spPr>
          <a:xfrm>
            <a:off x="3797808" y="64648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and HR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5443728" y="6483096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5443728" y="6483096"/>
            <a:ext cx="264459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 txBox="1"/>
          <p:nvPr/>
        </p:nvSpPr>
        <p:spPr>
          <a:xfrm>
            <a:off x="6388608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97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 SIZE, PASSENGERS A YEAR</a:t>
            </a:r>
            <a:endParaRPr lang="en-US" sz="850" dirty="0"/>
          </a:p>
        </p:txBody>
      </p:sp>
      <p:sp>
        <p:nvSpPr>
          <p:cNvPr id="101" name="Text 98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1m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0"/>
          <p:cNvSpPr/>
          <p:nvPr/>
        </p:nvSpPr>
        <p:spPr>
          <a:xfrm>
            <a:off x="8674608" y="5495544"/>
            <a:ext cx="659384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 101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50" dirty="0"/>
          </a:p>
        </p:txBody>
      </p:sp>
      <p:sp>
        <p:nvSpPr>
          <p:cNvPr id="105" name="Text 102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to 5m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5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 to 20m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8674608" y="5989320"/>
            <a:ext cx="839216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Text 109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50" dirty="0"/>
          </a:p>
        </p:txBody>
      </p:sp>
      <p:sp>
        <p:nvSpPr>
          <p:cNvPr id="113" name="Text 110"/>
          <p:cNvSpPr txBox="1"/>
          <p:nvPr/>
        </p:nvSpPr>
        <p:spPr>
          <a:xfrm>
            <a:off x="702868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20m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8674608" y="6236208"/>
            <a:ext cx="899160" cy="12801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2"/>
          <p:cNvSpPr/>
          <p:nvPr/>
        </p:nvSpPr>
        <p:spPr>
          <a:xfrm>
            <a:off x="8674608" y="6236208"/>
            <a:ext cx="599440" cy="128016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Text 113"/>
          <p:cNvSpPr txBox="1"/>
          <p:nvPr/>
        </p:nvSpPr>
        <p:spPr>
          <a:xfrm>
            <a:off x="961948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117" name="Shape 114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Text 115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 BUSINESS MAGAZINE   ·   WHO READS</a:t>
            </a:r>
            <a:endParaRPr lang="en-US" sz="850" dirty="0"/>
          </a:p>
        </p:txBody>
      </p:sp>
      <p:sp>
        <p:nvSpPr>
          <p:cNvPr id="119" name="Text 116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 BUSINESS MAGAZINE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1F3F6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0D1321"/>
          </a:solidFill>
          <a:ln w="12700">
            <a:solidFill>
              <a:srgbClr val="0D13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1F3F6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0D1321"/>
          </a:solidFill>
          <a:ln w="12700">
            <a:solidFill>
              <a:srgbClr val="0D13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1F3F6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0D1321"/>
          </a:solidFill>
          <a:ln w="12700">
            <a:solidFill>
              <a:srgbClr val="0D13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D9E0E7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1F3F6"/>
          </a:solidFill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0D1321"/>
          </a:solidFill>
          <a:ln w="12700">
            <a:solidFill>
              <a:srgbClr val="0D13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2A78C8"/>
          </a:solidFill>
          <a:ln w="12700">
            <a:solidFill>
              <a:srgbClr val="2A7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 BUSINESS MAGAZINE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123B66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C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jb@airportbusinessmagazine.com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£2,100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£2,700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23B66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23B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123B66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 BUSINESS MAGAZINE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66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C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CC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14,743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62.1%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7.2%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11.6%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23B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32,542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7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17,508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116936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9CC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E3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39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jb@airportbusinessmagazine.com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39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airportbusinessmagazine.com/submit-news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39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airportbusinessmagazine.com/newsletter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4162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A2B2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  <p:pic>
        <p:nvPicPr>
          <p:cNvPr id="15" name="Picture 14" descr="Uk Airport Photos, Download The BEST Free Uk Airport Stock Photos &amp; HD  Images">
            <a:extLst>
              <a:ext uri="{FF2B5EF4-FFF2-40B4-BE49-F238E27FC236}">
                <a16:creationId xmlns:a16="http://schemas.microsoft.com/office/drawing/2014/main" id="{6472B5E0-77E9-0EBE-EF0B-521CFA7376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83" r="5181"/>
          <a:stretch>
            <a:fillRect/>
          </a:stretch>
        </p:blipFill>
        <p:spPr>
          <a:xfrm>
            <a:off x="6053327" y="0"/>
            <a:ext cx="4635311" cy="7562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1003</Words>
  <Application>Microsoft Office PowerPoint</Application>
  <PresentationFormat>Custom</PresentationFormat>
  <Paragraphs>250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Airport Business Magazine, advertiser pack</dc:title>
  <dc:subject>PptxGenJS Presentation</dc:subject>
  <dc:creator>Cogent Multimedia Ltd</dc:creator>
  <cp:lastModifiedBy>James Burke</cp:lastModifiedBy>
  <cp:revision>5</cp:revision>
  <dcterms:created xsi:type="dcterms:W3CDTF">2026-10-19T15:33:24Z</dcterms:created>
  <dcterms:modified xsi:type="dcterms:W3CDTF">2026-10-20T10:24:53Z</dcterms:modified>
</cp:coreProperties>
</file>