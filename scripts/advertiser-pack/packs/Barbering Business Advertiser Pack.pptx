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26" y="2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9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9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45044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F0B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B3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F0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8B55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E1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 and rent chairs in UK barbershops.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C6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BARBERINGBUSINESS.COM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B3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1" name="Picture 10" descr="The Dapper Fox Barbers | Barbers in Hampton Wick &amp; Wandsworth">
            <a:extLst>
              <a:ext uri="{FF2B5EF4-FFF2-40B4-BE49-F238E27FC236}">
                <a16:creationId xmlns:a16="http://schemas.microsoft.com/office/drawing/2014/main" id="{DDB01431-2A3E-B29A-6C02-3E674FCD5A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80"/>
          <a:stretch>
            <a:fillRect/>
          </a:stretch>
        </p:blipFill>
        <p:spPr>
          <a:xfrm>
            <a:off x="6291072" y="0"/>
            <a:ext cx="4397566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 BUSINESS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Barbering Business goes to barbershop owners and managers, and the self-employed barbers who buy their own kit.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Clippers, trimmers and 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Chairs, fit-out and shop furniture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Booking, payments and EPOS software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Grooming products and retail stock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Insurance, accountancy and finance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Education, training and recruitment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12,673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barbering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35,168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Barbering Business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15%.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7.29%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Barbering Business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own a shop or run their own chair.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owner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owner or 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Barbers and chair renters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owner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 chair renter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715617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636104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manager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397565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owner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238539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or trainer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159026" cy="146304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056132" cy="45720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679692" y="4352544"/>
            <a:ext cx="1056132" cy="45720"/>
          </a:xfrm>
          <a:prstGeom prst="rect">
            <a:avLst/>
          </a:prstGeom>
          <a:solidFill>
            <a:srgbClr val="9A6B6B"/>
          </a:solidFill>
          <a:ln w="12700">
            <a:solidFill>
              <a:srgbClr val="9A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679692" y="4443984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679692" y="4736592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827264" y="4352544"/>
            <a:ext cx="1056132" cy="45720"/>
          </a:xfrm>
          <a:prstGeom prst="rect">
            <a:avLst/>
          </a:prstGeom>
          <a:solidFill>
            <a:srgbClr val="B79595"/>
          </a:solidFill>
          <a:ln w="12700">
            <a:solidFill>
              <a:srgbClr val="B795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7827264" y="4443984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827264" y="4736592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974836" y="4352544"/>
            <a:ext cx="1056132" cy="45720"/>
          </a:xfrm>
          <a:prstGeom prst="rect">
            <a:avLst/>
          </a:prstGeom>
          <a:solidFill>
            <a:srgbClr val="CEB7B7"/>
          </a:solidFill>
          <a:ln w="12700">
            <a:solidFill>
              <a:srgbClr val="CEB7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8974836" y="4443984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974836" y="4736592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 TYPE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one shop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group, 2 to 4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2212848" y="5742432"/>
            <a:ext cx="248044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Chain, 5 or more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2212848" y="5989320"/>
            <a:ext cx="93017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850" dirty="0"/>
          </a:p>
        </p:txBody>
      </p:sp>
      <p:sp>
        <p:nvSpPr>
          <p:cNvPr id="70" name="Text 67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 chair renter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>
            <a:off x="2212848" y="6236208"/>
            <a:ext cx="310055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0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2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REGION</a:t>
            </a:r>
            <a:endParaRPr lang="en-US" sz="850" dirty="0"/>
          </a:p>
        </p:txBody>
      </p:sp>
      <p:sp>
        <p:nvSpPr>
          <p:cNvPr id="76" name="Text 73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of England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6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80" name="Text 77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5443728" y="5742432"/>
            <a:ext cx="706483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0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84" name="Text 81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43728" y="5989320"/>
            <a:ext cx="578031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4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5443728" y="6236208"/>
            <a:ext cx="513806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8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92" name="Text 89"/>
          <p:cNvSpPr txBox="1"/>
          <p:nvPr/>
        </p:nvSpPr>
        <p:spPr>
          <a:xfrm>
            <a:off x="379780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Scotland, Wales and NI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5443728" y="6483096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5443728" y="6483096"/>
            <a:ext cx="513806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92"/>
          <p:cNvSpPr txBox="1"/>
          <p:nvPr/>
        </p:nvSpPr>
        <p:spPr>
          <a:xfrm>
            <a:off x="638860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94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CHAIRS</a:t>
            </a:r>
            <a:endParaRPr lang="en-US" sz="850" dirty="0"/>
          </a:p>
        </p:txBody>
      </p:sp>
      <p:sp>
        <p:nvSpPr>
          <p:cNvPr id="98" name="Text 95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2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8674608" y="5495544"/>
            <a:ext cx="539496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8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102" name="Text 99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 5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102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50" dirty="0"/>
          </a:p>
        </p:txBody>
      </p:sp>
      <p:sp>
        <p:nvSpPr>
          <p:cNvPr id="106" name="Text 103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 more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8674608" y="5989320"/>
            <a:ext cx="359664" cy="128016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6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8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 BUSINESS   ·   WHO READS</a:t>
            </a:r>
            <a:endParaRPr lang="en-US" sz="850" dirty="0"/>
          </a:p>
        </p:txBody>
      </p:sp>
      <p:sp>
        <p:nvSpPr>
          <p:cNvPr id="112" name="Text 109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 BUSINESS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6F2F2"/>
          </a:solidFill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171310"/>
          </a:solidFill>
          <a:ln w="12700">
            <a:solidFill>
              <a:srgbClr val="1713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6F2F2"/>
          </a:solidFill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171310"/>
          </a:solidFill>
          <a:ln w="12700">
            <a:solidFill>
              <a:srgbClr val="1713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6F2F2"/>
          </a:solidFill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171310"/>
          </a:solidFill>
          <a:ln w="12700">
            <a:solidFill>
              <a:srgbClr val="1713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E8DDDD"/>
          </a:solidFill>
          <a:ln w="12700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6F2F2"/>
          </a:solidFill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171310"/>
          </a:solidFill>
          <a:ln w="12700">
            <a:solidFill>
              <a:srgbClr val="1713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A84540"/>
          </a:solidFill>
          <a:ln w="12700">
            <a:solidFill>
              <a:srgbClr val="A845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 BUSINESS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6E2B2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B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jb@barberingbusiness.com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6E2B2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6E2B2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 BUSINESS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8E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B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0B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12,673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33.8%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21.6%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E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35,168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7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18,493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E8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E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45044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0B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E1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3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jb@barberingbusiness.com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3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barberingbusiness.com/submit-news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39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barberingbusiness.com/newsletter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8B55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C6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Gould Barbers Sunbury-On-Thames - Tesco Extra, UK, Escot Road -  Sunbury-on-Thames | Fresha">
            <a:extLst>
              <a:ext uri="{FF2B5EF4-FFF2-40B4-BE49-F238E27FC236}">
                <a16:creationId xmlns:a16="http://schemas.microsoft.com/office/drawing/2014/main" id="{2E34CE05-A33A-C4A4-BF1B-67ED37E354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607" r="3514"/>
          <a:stretch>
            <a:fillRect/>
          </a:stretch>
        </p:blipFill>
        <p:spPr>
          <a:xfrm>
            <a:off x="6053328" y="0"/>
            <a:ext cx="4635310" cy="75817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1000</Words>
  <Application>Microsoft Office PowerPoint</Application>
  <PresentationFormat>Custom</PresentationFormat>
  <Paragraphs>246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Barbering Business, advertiser pack</dc:title>
  <dc:subject>PptxGenJS Presentation</dc:subject>
  <dc:creator>Cogent Multimedia Ltd</dc:creator>
  <cp:lastModifiedBy>James Burke</cp:lastModifiedBy>
  <cp:revision>5</cp:revision>
  <dcterms:created xsi:type="dcterms:W3CDTF">2026-10-19T15:33:24Z</dcterms:created>
  <dcterms:modified xsi:type="dcterms:W3CDTF">2026-10-20T10:30:38Z</dcterms:modified>
</cp:coreProperties>
</file>