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33" d="100"/>
          <a:sy n="233" d="100"/>
        </p:scale>
        <p:origin x="214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Masthead is the brand kit's reversed wordmark, not retyped.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 figures pulled from the database on 19 Oct 2026. Update before reissuing.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Mock-ups are drawn shapes, so they recolour with the brand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JB's rate card of 20 Oct 2026. Three tiers: one, three and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Placeholders only. The title has run no paid campaign, and nothing in the database stores opens or clicks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IMLTD~1/AppData/Local/Temp/claude/C--Users-CIM-Ltd--claude/ab747c79-736f-42fc-8062-1a21d89ca420/scratchpad/pack-assets/cover-ph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0"/>
            <a:ext cx="4288536" cy="7562088"/>
          </a:xfrm>
          <a:prstGeom prst="rect">
            <a:avLst/>
          </a:prstGeom>
        </p:spPr>
      </p:pic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30352"/>
            <a:ext cx="2148840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9FE3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7F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9FE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3C7E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A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own, run, buy and finance UK dental practices.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9F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DENTALBUSINESSNEWS.COM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7F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 BUSINESS NEWS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Dental Business News goes to owners, principals, practice managers and the buyers from UK dental practices. 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management software and technology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Equipment, chairs and imaging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finance and patient finance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Valuation, brokerage and legal advice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Accountancy, insurance and indemnity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Recruitment, training and marketing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7,601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dental professionals on the newsletter list, 7,358 of them in the UK.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21,804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Dental Business News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25%.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6.54%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 BUSINESS NEWS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1F6F6"/>
          </a:solidFill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1F6F6"/>
          </a:solidFill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“The Monday Check-Up”,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1F6F6"/>
          </a:solidFill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D8E4E4"/>
          </a:solidFill>
          <a:ln w="12700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The Monday Check-Up.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1F6F6"/>
          </a:solidFill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0B1F24"/>
          </a:solidFill>
          <a:ln w="12700">
            <a:solidFill>
              <a:srgbClr val="0B1F2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2BB3AA"/>
          </a:solidFill>
          <a:ln w="12700">
            <a:solidFill>
              <a:srgbClr val="2BB3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 BUSINESS NEWS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0B5E63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jb@dentalbusinessnews.com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Check-Up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£2,100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£2,700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5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0B5E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0B5E63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 BUSINESS NEWS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282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0B5E63"/>
          </a:solidFill>
          <a:ln w="12700">
            <a:solidFill>
              <a:srgbClr val="0B5E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9FE3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7,601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48.3%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13.4%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1F6F6"/>
          </a:solidFill>
          <a:ln w="12700">
            <a:solidFill>
              <a:srgbClr val="F1F6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0B5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21,804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B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12,615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D8E4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5E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IMLTD~1/AppData/Local/Temp/claude/C--Users-CIM-Ltd--claude/ab747c79-736f-42fc-8062-1a21d89ca420/scratchpad/pack-assets/closing-ph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0"/>
            <a:ext cx="4288536" cy="7562088"/>
          </a:xfrm>
          <a:prstGeom prst="rect">
            <a:avLst/>
          </a:prstGeom>
        </p:spPr>
      </p:pic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30352"/>
            <a:ext cx="2148840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9FE3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A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7F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jb@dentalbusinessnews.com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7F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dentalbusinessnews.com/submit-news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7FB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dentalbusinessnews.com/newsletter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3C7E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9F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848</Words>
  <Application>Microsoft Office PowerPoint</Application>
  <PresentationFormat>Custom</PresentationFormat>
  <Paragraphs>187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Business News, advertiser pack</dc:title>
  <dc:subject>PptxGenJS Presentation</dc:subject>
  <dc:creator>Cogent Multimedia Ltd</dc:creator>
  <cp:lastModifiedBy>James Burke</cp:lastModifiedBy>
  <cp:revision>4</cp:revision>
  <dcterms:created xsi:type="dcterms:W3CDTF">2026-10-19T15:33:24Z</dcterms:created>
  <dcterms:modified xsi:type="dcterms:W3CDTF">2026-10-19T16:19:14Z</dcterms:modified>
</cp:coreProperties>
</file>